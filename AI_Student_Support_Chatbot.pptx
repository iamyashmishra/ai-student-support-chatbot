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2673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STUDENT SUPPORT CHATBOT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RAG-Based Generative AI System for College Student Services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206240"/>
            <a:ext cx="276148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0624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67328" y="420624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67328" y="4206240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12664" y="420624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2664" y="4206240"/>
            <a:ext cx="1856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51776" y="4206240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51776" y="4206240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Student Support Chatbot is a Generative AI application that helps students quickly access college-related information through natural language conversations.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searching through multiple documents, students can simply ask questions and receive accurate answers grounded in official college PDFs.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0866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92240" y="27432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struggle to find information about admissions, scholarships, examinations, fees, academic regulations, hostel facilities, and other services because the information is scattered across different documents.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92240" y="48920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48920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99832" y="4892040"/>
            <a:ext cx="1316736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7799832" y="4892040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281160" y="4892040"/>
            <a:ext cx="7086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9281160" y="4892040"/>
            <a:ext cx="708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154412" y="489204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18"/>
          <p:cNvSpPr/>
          <p:nvPr/>
        </p:nvSpPr>
        <p:spPr>
          <a:xfrm>
            <a:off x="10154412" y="4892040"/>
            <a:ext cx="621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92240" y="5349240"/>
            <a:ext cx="79552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4" name="Text 20"/>
          <p:cNvSpPr/>
          <p:nvPr/>
        </p:nvSpPr>
        <p:spPr>
          <a:xfrm>
            <a:off x="6492240" y="5349240"/>
            <a:ext cx="795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452360" y="5349240"/>
            <a:ext cx="122986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6" name="Text 22"/>
          <p:cNvSpPr/>
          <p:nvPr/>
        </p:nvSpPr>
        <p:spPr>
          <a:xfrm>
            <a:off x="7452360" y="5349240"/>
            <a:ext cx="12298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202436" y="2240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518" y="24423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Answers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84048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answers to student queries, anytime.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16352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3470148" y="2240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30" y="24423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Manual Searching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80944" y="384048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searching through scattered documents.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84064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5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737860" y="2240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42" y="2442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Responses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48656" y="384048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reliable, document-based responses to students.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51776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5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05572" y="2240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654" y="2442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Retrieval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16368" y="384048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for accurate information retrieval from PDFs.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19488" y="19202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5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73284" y="2240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366" y="244236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6648" y="320040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UX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784080" y="384048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 easy-to-use conversational chat interface.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7568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00" y="221358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77063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" y="30449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07568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332" y="221358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77063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20440" y="30449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291072" y="207568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964" y="221358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277063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291072" y="30449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API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8860536" y="187452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061704" y="207568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9596" y="221358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277063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9061704" y="30449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Embeddings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0416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00" y="4179540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73659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49808" y="50109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3319272" y="3840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30" name="Shape 23"/>
          <p:cNvSpPr/>
          <p:nvPr/>
        </p:nvSpPr>
        <p:spPr>
          <a:xfrm>
            <a:off x="3520440" y="40416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pd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8332" y="4179540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73659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3520440" y="50109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PyPDF</a:t>
            </a:r>
            <a:endParaRPr lang="en-US" sz="1550" dirty="0"/>
          </a:p>
        </p:txBody>
      </p:sp>
      <p:sp>
        <p:nvSpPr>
          <p:cNvPr id="34" name="Shape 26"/>
          <p:cNvSpPr/>
          <p:nvPr/>
        </p:nvSpPr>
        <p:spPr>
          <a:xfrm>
            <a:off x="6089904" y="3840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291072" y="40416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icons/f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964" y="4179540"/>
            <a:ext cx="254569" cy="25456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91072" y="473659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6291072" y="50109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python-dotenv</a:t>
            </a:r>
            <a:endParaRPr lang="en-US" sz="1550" dirty="0"/>
          </a:p>
        </p:txBody>
      </p:sp>
      <p:sp>
        <p:nvSpPr>
          <p:cNvPr id="39" name="Shape 30"/>
          <p:cNvSpPr/>
          <p:nvPr/>
        </p:nvSpPr>
        <p:spPr>
          <a:xfrm>
            <a:off x="8860536" y="38404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5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061704" y="40416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icons/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9596" y="4179540"/>
            <a:ext cx="254569" cy="25456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61704" y="4736592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PROCESSING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9061704" y="50109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550" dirty="0"/>
          </a:p>
        </p:txBody>
      </p:sp>
      <p:sp>
        <p:nvSpPr>
          <p:cNvPr id="44" name="Text 34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330452" y="1947672"/>
            <a:ext cx="402336" cy="402336"/>
          </a:xfrm>
          <a:prstGeom prst="ellipse">
            <a:avLst/>
          </a:prstGeom>
          <a:solidFill>
            <a:srgbClr val="3FA7B0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0452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57300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p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946" y="25658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15468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PDFs are uploaded and text is extracted with PyPDF.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496312" y="42976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70632" y="21488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3552444" y="1947672"/>
            <a:ext cx="402336" cy="402336"/>
          </a:xfrm>
          <a:prstGeom prst="ellipse">
            <a:avLst/>
          </a:prstGeom>
          <a:solidFill>
            <a:srgbClr val="3FA7B0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52444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9292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938" y="256580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80360" y="315468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&amp; Embedding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07792" y="374904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chunks and converted into embeddings.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18304" y="42976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992624" y="21488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21" name="Shape 17"/>
          <p:cNvSpPr/>
          <p:nvPr/>
        </p:nvSpPr>
        <p:spPr>
          <a:xfrm>
            <a:off x="5774436" y="1947672"/>
            <a:ext cx="402336" cy="402336"/>
          </a:xfrm>
          <a:prstGeom prst="ellipse">
            <a:avLst/>
          </a:prstGeom>
          <a:solidFill>
            <a:srgbClr val="3FA7B0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74436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01284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30" y="256580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02352" y="315468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Storage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129784" y="374904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stored in a FAISS vector database.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940296" y="42976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7214616" y="21488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29" name="Shape 24"/>
          <p:cNvSpPr/>
          <p:nvPr/>
        </p:nvSpPr>
        <p:spPr>
          <a:xfrm>
            <a:off x="7996428" y="1947672"/>
            <a:ext cx="402336" cy="402336"/>
          </a:xfrm>
          <a:prstGeom prst="ellipse">
            <a:avLst/>
          </a:prstGeom>
          <a:solidFill>
            <a:srgbClr val="3FA7B0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96428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923276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3" descr="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922" y="2565806"/>
            <a:ext cx="263347" cy="26334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24344" y="315468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&amp; Retrieval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351776" y="374904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question triggers FAISS to retrieve relevant chunks.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9162288" y="429768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9436608" y="21488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37" name="Shape 31"/>
          <p:cNvSpPr/>
          <p:nvPr/>
        </p:nvSpPr>
        <p:spPr>
          <a:xfrm>
            <a:off x="10218420" y="1947672"/>
            <a:ext cx="402336" cy="402336"/>
          </a:xfrm>
          <a:prstGeom prst="ellipse">
            <a:avLst/>
          </a:prstGeom>
          <a:solidFill>
            <a:srgbClr val="3FA7B0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218420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10145268" y="2423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914" y="2565806"/>
            <a:ext cx="263347" cy="263347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46336" y="315468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Generation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573768" y="3749040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 context-aware answer, shown in Streamlit.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granular steps, grouped into five stages: upload → extract → chunk &amp; embed → store → retrieve → generate.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211226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2302459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975104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Chatbot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36192" y="2377440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conversational interactions.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398264" y="2112264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p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59" y="2302459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975104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PDF-Based Retrieval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39512" y="2377440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grounded in official documents.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101584" y="211226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79" y="2302459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1975104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42832" y="2377440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meaning-based lookup via FAISS.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273552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94944" y="355701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3747211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3419856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Architecture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536192" y="3822192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pipeline.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51960" y="3273552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398264" y="3557016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59" y="3747211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3419856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Chat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239512" y="3822192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context across a conversation.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273552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101584" y="355701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ons/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779" y="3747211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3419856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Identification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942832" y="3822192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back to the source document.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718304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94944" y="500176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" y="5191963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36192" y="4864608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Hallucination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536192" y="5266944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real documents.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51960" y="4718304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4398264" y="500176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icons/gri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8459" y="5191963"/>
            <a:ext cx="351130" cy="35113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39512" y="4864608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Interface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239512" y="5266944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user-friendly chat UI.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955280" y="4718304"/>
            <a:ext cx="3538728" cy="1298448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/>
        </p:spPr>
      </p:sp>
      <p:sp>
        <p:nvSpPr>
          <p:cNvPr id="45" name="Shape 35"/>
          <p:cNvSpPr/>
          <p:nvPr/>
        </p:nvSpPr>
        <p:spPr>
          <a:xfrm>
            <a:off x="8101584" y="500176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6" name="Image 8" descr="icons/cog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1779" y="5191963"/>
            <a:ext cx="351130" cy="35113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42832" y="4864608"/>
            <a:ext cx="2441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Clearing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942832" y="5266944"/>
            <a:ext cx="2441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conversations in a single click.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Chatbot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never answers from memory alone. It first searches the uploaded college documents for relevant information, then hands that context to Gemini to generate a grounded, reliable response.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8803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30586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Student Asks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types a natural-language question into the Streamlit chat interface.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5468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337560" y="2606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28803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30586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Retrieve Context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0440" y="4251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performs semantic search and retrieves the most relevant text chunks — not a direct answer.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126480" y="2606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7086600" y="28803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2" descr="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30586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Generate with Gemini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09360" y="4251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context is passed to Google Gemini, which generates a response grounded in that content.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732520" y="384048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8915400" y="2606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24" name="Shape 19"/>
          <p:cNvSpPr/>
          <p:nvPr/>
        </p:nvSpPr>
        <p:spPr>
          <a:xfrm>
            <a:off x="9875520" y="28803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30586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5256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Reliable Answer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098280" y="4251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receives an accurate, document-grounded answer instead of a generic AI guess.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883664" y="22402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521" y="24661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Information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51960" y="196596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/>
        </p:spPr>
      </p:sp>
      <p:sp>
        <p:nvSpPr>
          <p:cNvPr id="9" name="Shape 6"/>
          <p:cNvSpPr/>
          <p:nvPr/>
        </p:nvSpPr>
        <p:spPr>
          <a:xfrm>
            <a:off x="5586984" y="22402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841" y="24661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24612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 Process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955280" y="196596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/>
        </p:spPr>
      </p:sp>
      <p:sp>
        <p:nvSpPr>
          <p:cNvPr id="13" name="Shape 9"/>
          <p:cNvSpPr/>
          <p:nvPr/>
        </p:nvSpPr>
        <p:spPr>
          <a:xfrm>
            <a:off x="9290304" y="22402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161" y="246613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324612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 Guidelines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/>
        </p:spPr>
      </p:sp>
      <p:sp>
        <p:nvSpPr>
          <p:cNvPr id="17" name="Shape 12"/>
          <p:cNvSpPr/>
          <p:nvPr/>
        </p:nvSpPr>
        <p:spPr>
          <a:xfrm>
            <a:off x="1883664" y="4389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521" y="4614977"/>
            <a:ext cx="416966" cy="4169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539496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Structure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251960" y="41148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/>
        </p:spPr>
      </p:sp>
      <p:sp>
        <p:nvSpPr>
          <p:cNvPr id="21" name="Shape 15"/>
          <p:cNvSpPr/>
          <p:nvPr/>
        </p:nvSpPr>
        <p:spPr>
          <a:xfrm>
            <a:off x="5586984" y="4389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icons/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841" y="4614977"/>
            <a:ext cx="416966" cy="41696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34840" y="539496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Regulations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7955280" y="41148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/>
        </p:spPr>
      </p:sp>
      <p:sp>
        <p:nvSpPr>
          <p:cNvPr id="25" name="Shape 18"/>
          <p:cNvSpPr/>
          <p:nvPr/>
        </p:nvSpPr>
        <p:spPr>
          <a:xfrm>
            <a:off x="9290304" y="4389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icons/comme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6161" y="4614977"/>
            <a:ext cx="416966" cy="41696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38160" y="539496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Services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Statistics &amp; 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16352" y="16002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816352" y="170992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16352" y="235000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Vectors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84064" y="16002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084064" y="170992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84064" y="235000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51776" y="16002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170992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51776" y="235000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19488" y="1600200"/>
            <a:ext cx="2084832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9619488" y="170992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19488" y="235000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28" y="3697468"/>
            <a:ext cx="158008" cy="1580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05840" y="35844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access to information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36118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948" y="3697468"/>
            <a:ext cx="158008" cy="1580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6560" y="35844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conversational interface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8" y="4227820"/>
            <a:ext cx="158008" cy="1580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0584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document-based responses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309360" y="41422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948" y="4227820"/>
            <a:ext cx="158008" cy="1580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improves retrieval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467258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28" y="4758172"/>
            <a:ext cx="158008" cy="1580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05840" y="46451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 — just replace PDFs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6309360" y="467258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948" y="4758172"/>
            <a:ext cx="158008" cy="1580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66560" y="46451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retraining required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548640" y="5202936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28" y="5288524"/>
            <a:ext cx="158008" cy="1580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05840" y="51755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additional documents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743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06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uploaded PDF documents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1089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 require OCR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7490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611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 / API access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2519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1148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login or authentication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7548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617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integrated with college ERP/DB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52578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51206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FAISS index only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21" name="Shape 18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3FA7B0"/>
          </a:solidFill>
          <a:ln/>
        </p:spPr>
      </p:sp>
      <p:pic>
        <p:nvPicPr>
          <p:cNvPr id="22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74" y="2074774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23760" y="19842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492240" y="269748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2578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authentication &amp; personalized support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92240" y="306324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college ERP / database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92240" y="342900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3101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(English, Hindi, Hinglish)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492240" y="379476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75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chatbot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492240" y="416052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0416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document management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492240" y="452628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4074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knowledge base updates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492240" y="4892040"/>
            <a:ext cx="128016" cy="128016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47731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mobile application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Student Support Chatbot demonstrates how Retrieval-Augmented Generation and Google Gemini can be combined to give students fast, accurate, and reliable access to college information.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retrieving relevant content from official PDF documents before generating a response, the system minimizes incorrect information and offers an efficient, scalable solution for student support services.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567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2026-08-09T05:01:09Z</dcterms:created>
  <dcterms:modified xsi:type="dcterms:W3CDTF">2026-08-09T05:01:09Z</dcterms:modified>
</cp:coreProperties>
</file>